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3_38FCD55D.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handoutMasterIdLst>
    <p:handoutMasterId r:id="rId4"/>
  </p:handoutMasterIdLst>
  <p:sldIdLst>
    <p:sldId id="259" r:id="rId2"/>
  </p:sldIdLst>
  <p:sldSz cx="38404800" cy="32918400"/>
  <p:notesSz cx="9296400" cy="7010400"/>
  <p:defaultTextStyle>
    <a:defPPr>
      <a:defRPr lang="en-US"/>
    </a:defPPr>
    <a:lvl1pPr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1pPr>
    <a:lvl2pPr marL="4572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2pPr>
    <a:lvl3pPr marL="9144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3pPr>
    <a:lvl4pPr marL="13716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4pPr>
    <a:lvl5pPr marL="18288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5pPr>
    <a:lvl6pPr marL="2286000" algn="l" defTabSz="914400" rtl="0" eaLnBrk="1" latinLnBrk="0" hangingPunct="1">
      <a:defRPr sz="5400" b="1" kern="1200">
        <a:solidFill>
          <a:schemeClr val="tx1"/>
        </a:solidFill>
        <a:latin typeface="Times New Roman" pitchFamily="18" charset="0"/>
        <a:ea typeface="+mn-ea"/>
        <a:cs typeface="+mn-cs"/>
      </a:defRPr>
    </a:lvl6pPr>
    <a:lvl7pPr marL="2743200" algn="l" defTabSz="914400" rtl="0" eaLnBrk="1" latinLnBrk="0" hangingPunct="1">
      <a:defRPr sz="5400" b="1" kern="1200">
        <a:solidFill>
          <a:schemeClr val="tx1"/>
        </a:solidFill>
        <a:latin typeface="Times New Roman" pitchFamily="18" charset="0"/>
        <a:ea typeface="+mn-ea"/>
        <a:cs typeface="+mn-cs"/>
      </a:defRPr>
    </a:lvl7pPr>
    <a:lvl8pPr marL="3200400" algn="l" defTabSz="914400" rtl="0" eaLnBrk="1" latinLnBrk="0" hangingPunct="1">
      <a:defRPr sz="5400" b="1" kern="1200">
        <a:solidFill>
          <a:schemeClr val="tx1"/>
        </a:solidFill>
        <a:latin typeface="Times New Roman" pitchFamily="18" charset="0"/>
        <a:ea typeface="+mn-ea"/>
        <a:cs typeface="+mn-cs"/>
      </a:defRPr>
    </a:lvl8pPr>
    <a:lvl9pPr marL="3657600" algn="l" defTabSz="914400" rtl="0" eaLnBrk="1" latinLnBrk="0" hangingPunct="1">
      <a:defRPr sz="5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12829"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2B48B0D-C477-2502-D414-5EB90A94D71E}" name="Solomon Fleury" initials="SF" userId="S::mfleury2@students.kennesaw.edu::b7613a19-8790-4249-aa25-f833e993f77c" providerId="AD"/>
  <p188:author id="{0967598F-61EB-53AC-BD4D-2CA8D3F6EA08}" name="Christine Marie Lirazan" initials="" userId="S::clirazan@students.kennesaw.edu::c7413d89-4c0c-4a6f-9641-3e3d5e1c0c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629"/>
    <a:srgbClr val="FEC52E"/>
    <a:srgbClr val="F5CB2E"/>
    <a:srgbClr val="D60093"/>
    <a:srgbClr val="E3B32B"/>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0010"/>
    <p:restoredTop sz="96327"/>
  </p:normalViewPr>
  <p:slideViewPr>
    <p:cSldViewPr snapToGrid="0">
      <p:cViewPr varScale="1">
        <p:scale>
          <a:sx n="25" d="100"/>
          <a:sy n="25" d="100"/>
        </p:scale>
        <p:origin x="1512" y="240"/>
      </p:cViewPr>
      <p:guideLst>
        <p:guide orient="horz" pos="3888"/>
        <p:guide pos="12829"/>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 Id="rId9" Type="http://schemas.microsoft.com/office/2018/10/relationships/authors" Target="authors.xml"/></Relationships>
</file>

<file path=ppt/comments/modernComment_103_38FCD55D.xml><?xml version="1.0" encoding="utf-8"?>
<p188:cmLst xmlns:a="http://schemas.openxmlformats.org/drawingml/2006/main" xmlns:r="http://schemas.openxmlformats.org/officeDocument/2006/relationships" xmlns:p188="http://schemas.microsoft.com/office/powerpoint/2018/8/main">
  <p188:cm id="{397206B0-FA3D-CD4E-83EC-0EFB4055108F}" authorId="{0967598F-61EB-53AC-BD4D-2CA8D3F6EA08}" created="2024-04-10T02:45:02.437">
    <pc:sldMkLst xmlns:pc="http://schemas.microsoft.com/office/powerpoint/2013/main/command">
      <pc:docMk/>
      <pc:sldMk cId="956093789" sldId="259"/>
    </pc:sldMkLst>
    <p188:replyLst>
      <p188:reply id="{8161136B-7B65-4E11-9C5A-00DA50B0C03D}" authorId="{62B48B0D-C477-2502-D414-5EB90A94D71E}" created="2024-04-10T02:48:43.123">
        <p188:txBody>
          <a:bodyPr/>
          <a:lstStyle/>
          <a:p>
            <a:r>
              <a:rPr lang="en-US"/>
              <a:t>You're fine, it's not that late! The poster looks good. I read over it twice looking for any errors and found nothing. </a:t>
            </a:r>
          </a:p>
        </p188:txBody>
      </p188:reply>
      <p188:reply id="{682AC4AB-66EF-DC40-940D-D9B616AAC5D6}" authorId="{0967598F-61EB-53AC-BD4D-2CA8D3F6EA08}" created="2024-04-10T02:49:17.065">
        <p188:txBody>
          <a:bodyPr/>
          <a:lstStyle/>
          <a:p>
            <a:r>
              <a:rPr lang="en-US"/>
              <a:t>Thank you so much! Ill send to ashuri then!</a:t>
            </a:r>
          </a:p>
        </p188:txBody>
      </p188:reply>
      <p188:reply id="{D813B004-2D30-4BC7-91A3-CB0E89861153}" authorId="{62B48B0D-C477-2502-D414-5EB90A94D71E}" created="2024-04-10T02:49:43.627">
        <p188:txBody>
          <a:bodyPr/>
          <a:lstStyle/>
          <a:p>
            <a:r>
              <a:rPr lang="en-US"/>
              <a:t>No problem!</a:t>
            </a:r>
          </a:p>
        </p188:txBody>
      </p188:reply>
    </p188:replyLst>
    <p188:txBody>
      <a:bodyPr/>
      <a:lstStyle/>
      <a:p>
        <a:r>
          <a:rPr lang="en-US"/>
          <a:t>[@Solomon Fleury] can you double check before I send I’m sorry that this is so late I got home much later </a:t>
        </a:r>
      </a:p>
    </p188:txBody>
  </p188:cm>
  <p188:cm id="{AE4FA767-24EA-164C-A44D-CFDFA7E04EBC}" authorId="{0967598F-61EB-53AC-BD4D-2CA8D3F6EA08}" created="2024-04-10T23:04:56.718">
    <pc:sldMkLst xmlns:pc="http://schemas.microsoft.com/office/powerpoint/2013/main/command">
      <pc:docMk/>
      <pc:sldMk cId="956093789" sldId="259"/>
    </pc:sldMkLst>
    <p188:replyLst>
      <p188:reply id="{37FE3244-B012-F44A-86DF-83E58A42ACF3}" authorId="{0967598F-61EB-53AC-BD4D-2CA8D3F6EA08}" created="2024-04-10T23:09:07.746">
        <p188:txBody>
          <a:bodyPr/>
          <a:lstStyle/>
          <a:p>
            <a:r>
              <a:rPr lang="en-US"/>
              <a:t>Its the 3rd bullet in the methodology section</a:t>
            </a:r>
          </a:p>
        </p188:txBody>
      </p188:reply>
      <p188:reply id="{69B697FE-0EDF-6040-9092-333EDB4A5202}" authorId="{0967598F-61EB-53AC-BD4D-2CA8D3F6EA08}" created="2024-04-10T23:31:36.686">
        <p188:txBody>
          <a:bodyPr/>
          <a:lstStyle/>
          <a:p>
            <a:r>
              <a:rPr lang="en-US"/>
              <a:t>Sorry that this is confusing ;-;</a:t>
            </a:r>
          </a:p>
        </p188:txBody>
      </p188:reply>
    </p188:replyLst>
    <p188:txBody>
      <a:bodyPr/>
      <a:lstStyle/>
      <a:p>
        <a:r>
          <a:rPr lang="en-US"/>
          <a:t>[@Solomon Fleury] what filament do the fins use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27488"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099" name="Rectangle 3"/>
          <p:cNvSpPr>
            <a:spLocks noGrp="1" noChangeArrowheads="1"/>
          </p:cNvSpPr>
          <p:nvPr>
            <p:ph type="dt" sz="quarter" idx="1"/>
          </p:nvPr>
        </p:nvSpPr>
        <p:spPr bwMode="auto">
          <a:xfrm>
            <a:off x="5268913" y="0"/>
            <a:ext cx="4027487"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r" defTabSz="931696">
              <a:lnSpc>
                <a:spcPct val="100000"/>
              </a:lnSpc>
              <a:spcBef>
                <a:spcPct val="0"/>
              </a:spcBef>
              <a:defRPr sz="1200" b="0"/>
            </a:lvl1pPr>
          </a:lstStyle>
          <a:p>
            <a:pPr>
              <a:defRPr/>
            </a:pPr>
            <a:endParaRPr lang="en-US"/>
          </a:p>
        </p:txBody>
      </p:sp>
      <p:sp>
        <p:nvSpPr>
          <p:cNvPr id="4100" name="Rectangle 4"/>
          <p:cNvSpPr>
            <a:spLocks noGrp="1" noChangeArrowheads="1"/>
          </p:cNvSpPr>
          <p:nvPr>
            <p:ph type="ftr" sz="quarter" idx="2"/>
          </p:nvPr>
        </p:nvSpPr>
        <p:spPr bwMode="auto">
          <a:xfrm>
            <a:off x="0" y="6659563"/>
            <a:ext cx="4027488"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101" name="Rectangle 5"/>
          <p:cNvSpPr>
            <a:spLocks noGrp="1" noChangeArrowheads="1"/>
          </p:cNvSpPr>
          <p:nvPr>
            <p:ph type="sldNum" sz="quarter" idx="3"/>
          </p:nvPr>
        </p:nvSpPr>
        <p:spPr bwMode="auto">
          <a:xfrm>
            <a:off x="5268913" y="6659563"/>
            <a:ext cx="4027487"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r" defTabSz="931696">
              <a:lnSpc>
                <a:spcPct val="100000"/>
              </a:lnSpc>
              <a:spcBef>
                <a:spcPct val="0"/>
              </a:spcBef>
              <a:defRPr sz="1200" b="0"/>
            </a:lvl1pPr>
          </a:lstStyle>
          <a:p>
            <a:pPr>
              <a:defRPr/>
            </a:pPr>
            <a:fld id="{51BFBB92-9EAF-4A98-AC69-D6A49C72F0D0}" type="slidenum">
              <a:rPr lang="en-US"/>
              <a:pPr>
                <a:defRPr/>
              </a:pPr>
              <a:t>‹#›</a:t>
            </a:fld>
            <a:endParaRPr lang="en-US"/>
          </a:p>
        </p:txBody>
      </p:sp>
    </p:spTree>
    <p:extLst>
      <p:ext uri="{BB962C8B-B14F-4D97-AF65-F5344CB8AC3E}">
        <p14:creationId xmlns:p14="http://schemas.microsoft.com/office/powerpoint/2010/main" val="3868343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7488" cy="350838"/>
          </a:xfrm>
          <a:prstGeom prst="rect">
            <a:avLst/>
          </a:prstGeom>
        </p:spPr>
        <p:txBody>
          <a:bodyPr vert="horz" lIns="20062" tIns="10031" rIns="20062" bIns="10031" rtlCol="0"/>
          <a:lstStyle>
            <a:lvl1pPr algn="l">
              <a:defRPr sz="300"/>
            </a:lvl1pPr>
          </a:lstStyle>
          <a:p>
            <a:pPr>
              <a:defRPr/>
            </a:pPr>
            <a:endParaRPr lang="en-US"/>
          </a:p>
        </p:txBody>
      </p:sp>
      <p:sp>
        <p:nvSpPr>
          <p:cNvPr id="3" name="Date Placeholder 2"/>
          <p:cNvSpPr>
            <a:spLocks noGrp="1"/>
          </p:cNvSpPr>
          <p:nvPr>
            <p:ph type="dt" idx="1"/>
          </p:nvPr>
        </p:nvSpPr>
        <p:spPr>
          <a:xfrm>
            <a:off x="5265738" y="0"/>
            <a:ext cx="4027487" cy="350838"/>
          </a:xfrm>
          <a:prstGeom prst="rect">
            <a:avLst/>
          </a:prstGeom>
        </p:spPr>
        <p:txBody>
          <a:bodyPr vert="horz" lIns="20062" tIns="10031" rIns="20062" bIns="10031" rtlCol="0"/>
          <a:lstStyle>
            <a:lvl1pPr algn="r">
              <a:defRPr sz="300"/>
            </a:lvl1pPr>
          </a:lstStyle>
          <a:p>
            <a:pPr>
              <a:defRPr/>
            </a:pPr>
            <a:fld id="{5CC69237-968C-4809-BBBD-9304D521757D}" type="datetimeFigureOut">
              <a:rPr lang="en-US"/>
              <a:pPr>
                <a:defRPr/>
              </a:pPr>
              <a:t>1/5/26</a:t>
            </a:fld>
            <a:endParaRPr lang="en-US"/>
          </a:p>
        </p:txBody>
      </p:sp>
      <p:sp>
        <p:nvSpPr>
          <p:cNvPr id="4" name="Slide Image Placeholder 3"/>
          <p:cNvSpPr>
            <a:spLocks noGrp="1" noRot="1" noChangeAspect="1"/>
          </p:cNvSpPr>
          <p:nvPr>
            <p:ph type="sldImg" idx="2"/>
          </p:nvPr>
        </p:nvSpPr>
        <p:spPr>
          <a:xfrm>
            <a:off x="3114675" y="525463"/>
            <a:ext cx="3067050" cy="2628900"/>
          </a:xfrm>
          <a:prstGeom prst="rect">
            <a:avLst/>
          </a:prstGeom>
          <a:noFill/>
          <a:ln w="12700">
            <a:solidFill>
              <a:prstClr val="black"/>
            </a:solidFill>
          </a:ln>
        </p:spPr>
        <p:txBody>
          <a:bodyPr vert="horz" lIns="20062" tIns="10031" rIns="20062" bIns="10031" rtlCol="0" anchor="ctr"/>
          <a:lstStyle/>
          <a:p>
            <a:pPr lvl="0"/>
            <a:endParaRPr lang="en-US" noProof="0"/>
          </a:p>
        </p:txBody>
      </p:sp>
      <p:sp>
        <p:nvSpPr>
          <p:cNvPr id="5" name="Notes Placeholder 4"/>
          <p:cNvSpPr>
            <a:spLocks noGrp="1"/>
          </p:cNvSpPr>
          <p:nvPr>
            <p:ph type="body" sz="quarter" idx="3"/>
          </p:nvPr>
        </p:nvSpPr>
        <p:spPr>
          <a:xfrm>
            <a:off x="930275" y="3328988"/>
            <a:ext cx="7435850" cy="3155950"/>
          </a:xfrm>
          <a:prstGeom prst="rect">
            <a:avLst/>
          </a:prstGeom>
        </p:spPr>
        <p:txBody>
          <a:bodyPr vert="horz" lIns="20062" tIns="10031" rIns="20062" bIns="100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659563"/>
            <a:ext cx="4027488" cy="349250"/>
          </a:xfrm>
          <a:prstGeom prst="rect">
            <a:avLst/>
          </a:prstGeom>
        </p:spPr>
        <p:txBody>
          <a:bodyPr vert="horz" lIns="20062" tIns="10031" rIns="20062" bIns="10031" rtlCol="0" anchor="b"/>
          <a:lstStyle>
            <a:lvl1pPr algn="l">
              <a:defRPr sz="300"/>
            </a:lvl1pPr>
          </a:lstStyle>
          <a:p>
            <a:pPr>
              <a:defRPr/>
            </a:pPr>
            <a:endParaRPr lang="en-US"/>
          </a:p>
        </p:txBody>
      </p:sp>
      <p:sp>
        <p:nvSpPr>
          <p:cNvPr id="7" name="Slide Number Placeholder 6"/>
          <p:cNvSpPr>
            <a:spLocks noGrp="1"/>
          </p:cNvSpPr>
          <p:nvPr>
            <p:ph type="sldNum" sz="quarter" idx="5"/>
          </p:nvPr>
        </p:nvSpPr>
        <p:spPr>
          <a:xfrm>
            <a:off x="5265738" y="6659563"/>
            <a:ext cx="4027487" cy="349250"/>
          </a:xfrm>
          <a:prstGeom prst="rect">
            <a:avLst/>
          </a:prstGeom>
        </p:spPr>
        <p:txBody>
          <a:bodyPr vert="horz" lIns="20062" tIns="10031" rIns="20062" bIns="10031" rtlCol="0" anchor="b"/>
          <a:lstStyle>
            <a:lvl1pPr algn="r">
              <a:defRPr sz="300"/>
            </a:lvl1pPr>
          </a:lstStyle>
          <a:p>
            <a:pPr>
              <a:defRPr/>
            </a:pPr>
            <a:fld id="{B4C89677-0636-4F7D-8E45-6997A3D61870}" type="slidenum">
              <a:rPr lang="en-US"/>
              <a:pPr>
                <a:defRPr/>
              </a:pPr>
              <a:t>‹#›</a:t>
            </a:fld>
            <a:endParaRPr lang="en-US"/>
          </a:p>
        </p:txBody>
      </p:sp>
    </p:spTree>
    <p:extLst>
      <p:ext uri="{BB962C8B-B14F-4D97-AF65-F5344CB8AC3E}">
        <p14:creationId xmlns:p14="http://schemas.microsoft.com/office/powerpoint/2010/main" val="2538732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B4C89677-0636-4F7D-8E45-6997A3D61870}" type="slidenum">
              <a:rPr lang="en-US" smtClean="0"/>
              <a:pPr>
                <a:defRPr/>
              </a:pPr>
              <a:t>1</a:t>
            </a:fld>
            <a:endParaRPr lang="en-US"/>
          </a:p>
        </p:txBody>
      </p:sp>
    </p:spTree>
    <p:extLst>
      <p:ext uri="{BB962C8B-B14F-4D97-AF65-F5344CB8AC3E}">
        <p14:creationId xmlns:p14="http://schemas.microsoft.com/office/powerpoint/2010/main" val="3822324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916" y="10226675"/>
            <a:ext cx="32642969" cy="7054850"/>
          </a:xfrm>
        </p:spPr>
        <p:txBody>
          <a:bodyPr/>
          <a:lstStyle/>
          <a:p>
            <a:r>
              <a:rPr lang="en-US"/>
              <a:t>Click to edit Master title style</a:t>
            </a:r>
          </a:p>
        </p:txBody>
      </p:sp>
      <p:sp>
        <p:nvSpPr>
          <p:cNvPr id="3" name="Subtitle 2"/>
          <p:cNvSpPr>
            <a:spLocks noGrp="1"/>
          </p:cNvSpPr>
          <p:nvPr>
            <p:ph type="subTitle" idx="1"/>
          </p:nvPr>
        </p:nvSpPr>
        <p:spPr>
          <a:xfrm>
            <a:off x="5760443" y="18653125"/>
            <a:ext cx="26883916" cy="8413750"/>
          </a:xfrm>
        </p:spPr>
        <p:txBody>
          <a:bodyPr/>
          <a:lstStyle>
            <a:lvl1pPr marL="0" indent="0" algn="ctr">
              <a:buNone/>
              <a:defRPr/>
            </a:lvl1pPr>
            <a:lvl2pPr marL="400050" indent="0" algn="ctr">
              <a:buNone/>
              <a:defRPr/>
            </a:lvl2pPr>
            <a:lvl3pPr marL="800100" indent="0" algn="ctr">
              <a:buNone/>
              <a:defRPr/>
            </a:lvl3pPr>
            <a:lvl4pPr marL="1200150" indent="0" algn="ctr">
              <a:buNone/>
              <a:defRPr/>
            </a:lvl4pPr>
            <a:lvl5pPr marL="1600200" indent="0" algn="ctr">
              <a:buNone/>
              <a:defRPr/>
            </a:lvl5pPr>
            <a:lvl6pPr marL="2000250" indent="0" algn="ctr">
              <a:buNone/>
              <a:defRPr/>
            </a:lvl6pPr>
            <a:lvl7pPr marL="2400300" indent="0" algn="ctr">
              <a:buNone/>
              <a:defRPr/>
            </a:lvl7pPr>
            <a:lvl8pPr marL="2800350" indent="0" algn="ctr">
              <a:buNone/>
              <a:defRPr/>
            </a:lvl8pPr>
            <a:lvl9pPr marL="32004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CE9746-3E67-4984-B2FE-1AF1BA16340E}" type="slidenum">
              <a:rPr lang="en-US"/>
              <a:pPr>
                <a:defRPr/>
              </a:pPr>
              <a:t>‹#›</a:t>
            </a:fld>
            <a:endParaRPr lang="en-US"/>
          </a:p>
        </p:txBody>
      </p:sp>
    </p:spTree>
    <p:extLst>
      <p:ext uri="{BB962C8B-B14F-4D97-AF65-F5344CB8AC3E}">
        <p14:creationId xmlns:p14="http://schemas.microsoft.com/office/powerpoint/2010/main" val="2938123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1E4A587-5FAF-42E6-BE45-17C25F99A991}" type="slidenum">
              <a:rPr lang="en-US"/>
              <a:pPr>
                <a:defRPr/>
              </a:pPr>
              <a:t>‹#›</a:t>
            </a:fld>
            <a:endParaRPr lang="en-US"/>
          </a:p>
        </p:txBody>
      </p:sp>
    </p:spTree>
    <p:extLst>
      <p:ext uri="{BB962C8B-B14F-4D97-AF65-F5344CB8AC3E}">
        <p14:creationId xmlns:p14="http://schemas.microsoft.com/office/powerpoint/2010/main" val="403699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33713" y="21153439"/>
            <a:ext cx="32644358" cy="6537325"/>
          </a:xfrm>
        </p:spPr>
        <p:txBody>
          <a:bodyPr anchor="t"/>
          <a:lstStyle>
            <a:lvl1pPr algn="l">
              <a:defRPr sz="3500" b="1" cap="all"/>
            </a:lvl1pPr>
          </a:lstStyle>
          <a:p>
            <a:r>
              <a:rPr lang="en-US"/>
              <a:t>Click to edit Master title style</a:t>
            </a:r>
          </a:p>
        </p:txBody>
      </p:sp>
      <p:sp>
        <p:nvSpPr>
          <p:cNvPr id="3" name="Text Placeholder 2"/>
          <p:cNvSpPr>
            <a:spLocks noGrp="1"/>
          </p:cNvSpPr>
          <p:nvPr>
            <p:ph type="body" idx="1"/>
          </p:nvPr>
        </p:nvSpPr>
        <p:spPr>
          <a:xfrm>
            <a:off x="3033713" y="13952538"/>
            <a:ext cx="32644358" cy="7200900"/>
          </a:xfrm>
        </p:spPr>
        <p:txBody>
          <a:bodyPr anchor="b"/>
          <a:lstStyle>
            <a:lvl1pPr marL="0" indent="0">
              <a:buNone/>
              <a:defRPr sz="1750"/>
            </a:lvl1pPr>
            <a:lvl2pPr marL="400050" indent="0">
              <a:buNone/>
              <a:defRPr sz="1575"/>
            </a:lvl2pPr>
            <a:lvl3pPr marL="800100" indent="0">
              <a:buNone/>
              <a:defRPr sz="1400"/>
            </a:lvl3pPr>
            <a:lvl4pPr marL="1200150" indent="0">
              <a:buNone/>
              <a:defRPr sz="1225"/>
            </a:lvl4pPr>
            <a:lvl5pPr marL="1600200" indent="0">
              <a:buNone/>
              <a:defRPr sz="1225"/>
            </a:lvl5pPr>
            <a:lvl6pPr marL="2000250" indent="0">
              <a:buNone/>
              <a:defRPr sz="1225"/>
            </a:lvl6pPr>
            <a:lvl7pPr marL="2400300" indent="0">
              <a:buNone/>
              <a:defRPr sz="1225"/>
            </a:lvl7pPr>
            <a:lvl8pPr marL="2800350" indent="0">
              <a:buNone/>
              <a:defRPr sz="1225"/>
            </a:lvl8pPr>
            <a:lvl9pPr marL="3200400" indent="0">
              <a:buNone/>
              <a:defRPr sz="1225"/>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188EA6C-4A5C-449A-8168-A4D2F9419EE9}" type="slidenum">
              <a:rPr lang="en-US"/>
              <a:pPr>
                <a:defRPr/>
              </a:pPr>
              <a:t>‹#›</a:t>
            </a:fld>
            <a:endParaRPr lang="en-US"/>
          </a:p>
        </p:txBody>
      </p:sp>
    </p:spTree>
    <p:extLst>
      <p:ext uri="{BB962C8B-B14F-4D97-AF65-F5344CB8AC3E}">
        <p14:creationId xmlns:p14="http://schemas.microsoft.com/office/powerpoint/2010/main" val="342339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879527" y="9510714"/>
            <a:ext cx="16256198" cy="19750087"/>
          </a:xfrm>
        </p:spPr>
        <p:txBody>
          <a:bodyPr/>
          <a:lstStyle>
            <a:lvl1pPr>
              <a:defRPr sz="2450"/>
            </a:lvl1pPr>
            <a:lvl2pPr>
              <a:defRPr sz="2100"/>
            </a:lvl2pPr>
            <a:lvl3pPr>
              <a:defRPr sz="1750"/>
            </a:lvl3pPr>
            <a:lvl4pPr>
              <a:defRPr sz="1575"/>
            </a:lvl4pPr>
            <a:lvl5pPr>
              <a:defRPr sz="1575"/>
            </a:lvl5pPr>
            <a:lvl6pPr>
              <a:defRPr sz="1575"/>
            </a:lvl6pPr>
            <a:lvl7pPr>
              <a:defRPr sz="1575"/>
            </a:lvl7pPr>
            <a:lvl8pPr>
              <a:defRPr sz="1575"/>
            </a:lvl8pPr>
            <a:lvl9pPr>
              <a:defRPr sz="15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269075" y="9510714"/>
            <a:ext cx="16256199" cy="19750087"/>
          </a:xfrm>
        </p:spPr>
        <p:txBody>
          <a:bodyPr/>
          <a:lstStyle>
            <a:lvl1pPr>
              <a:defRPr sz="2450"/>
            </a:lvl1pPr>
            <a:lvl2pPr>
              <a:defRPr sz="2100"/>
            </a:lvl2pPr>
            <a:lvl3pPr>
              <a:defRPr sz="1750"/>
            </a:lvl3pPr>
            <a:lvl4pPr>
              <a:defRPr sz="1575"/>
            </a:lvl4pPr>
            <a:lvl5pPr>
              <a:defRPr sz="1575"/>
            </a:lvl5pPr>
            <a:lvl6pPr>
              <a:defRPr sz="1575"/>
            </a:lvl6pPr>
            <a:lvl7pPr>
              <a:defRPr sz="1575"/>
            </a:lvl7pPr>
            <a:lvl8pPr>
              <a:defRPr sz="1575"/>
            </a:lvl8pPr>
            <a:lvl9pPr>
              <a:defRPr sz="15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EB4A3CC-8336-4978-A66C-FB77D18E1F46}" type="slidenum">
              <a:rPr lang="en-US"/>
              <a:pPr>
                <a:defRPr/>
              </a:pPr>
              <a:t>‹#›</a:t>
            </a:fld>
            <a:endParaRPr lang="en-US"/>
          </a:p>
        </p:txBody>
      </p:sp>
    </p:spTree>
    <p:extLst>
      <p:ext uri="{BB962C8B-B14F-4D97-AF65-F5344CB8AC3E}">
        <p14:creationId xmlns:p14="http://schemas.microsoft.com/office/powerpoint/2010/main" val="2745491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19685" y="1317625"/>
            <a:ext cx="3456543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919684" y="7369176"/>
            <a:ext cx="16968788" cy="3070225"/>
          </a:xfrm>
        </p:spPr>
        <p:txBody>
          <a:bodyPr anchor="b"/>
          <a:lstStyle>
            <a:lvl1pPr marL="0" indent="0">
              <a:buNone/>
              <a:defRPr sz="2100" b="1"/>
            </a:lvl1pPr>
            <a:lvl2pPr marL="400050" indent="0">
              <a:buNone/>
              <a:defRPr sz="1750" b="1"/>
            </a:lvl2pPr>
            <a:lvl3pPr marL="800100" indent="0">
              <a:buNone/>
              <a:defRPr sz="1575" b="1"/>
            </a:lvl3pPr>
            <a:lvl4pPr marL="1200150" indent="0">
              <a:buNone/>
              <a:defRPr sz="1400" b="1"/>
            </a:lvl4pPr>
            <a:lvl5pPr marL="1600200" indent="0">
              <a:buNone/>
              <a:defRPr sz="1400" b="1"/>
            </a:lvl5pPr>
            <a:lvl6pPr marL="2000250" indent="0">
              <a:buNone/>
              <a:defRPr sz="1400" b="1"/>
            </a:lvl6pPr>
            <a:lvl7pPr marL="2400300" indent="0">
              <a:buNone/>
              <a:defRPr sz="1400" b="1"/>
            </a:lvl7pPr>
            <a:lvl8pPr marL="2800350" indent="0">
              <a:buNone/>
              <a:defRPr sz="1400" b="1"/>
            </a:lvl8pPr>
            <a:lvl9pPr marL="3200400" indent="0">
              <a:buNone/>
              <a:defRPr sz="1400" b="1"/>
            </a:lvl9pPr>
          </a:lstStyle>
          <a:p>
            <a:pPr lvl="0"/>
            <a:r>
              <a:rPr lang="en-US"/>
              <a:t>Click to edit Master text styles</a:t>
            </a:r>
          </a:p>
        </p:txBody>
      </p:sp>
      <p:sp>
        <p:nvSpPr>
          <p:cNvPr id="4" name="Content Placeholder 3"/>
          <p:cNvSpPr>
            <a:spLocks noGrp="1"/>
          </p:cNvSpPr>
          <p:nvPr>
            <p:ph sz="half" idx="2"/>
          </p:nvPr>
        </p:nvSpPr>
        <p:spPr>
          <a:xfrm>
            <a:off x="1919684" y="10439401"/>
            <a:ext cx="16968788" cy="18965863"/>
          </a:xfrm>
        </p:spPr>
        <p:txBody>
          <a:bodyPr/>
          <a:lstStyle>
            <a:lvl1pPr>
              <a:defRPr sz="2100"/>
            </a:lvl1pPr>
            <a:lvl2pPr>
              <a:defRPr sz="1750"/>
            </a:lvl2pPr>
            <a:lvl3pPr>
              <a:defRPr sz="1575"/>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509384" y="7369176"/>
            <a:ext cx="16975732" cy="3070225"/>
          </a:xfrm>
        </p:spPr>
        <p:txBody>
          <a:bodyPr anchor="b"/>
          <a:lstStyle>
            <a:lvl1pPr marL="0" indent="0">
              <a:buNone/>
              <a:defRPr sz="2100" b="1"/>
            </a:lvl1pPr>
            <a:lvl2pPr marL="400050" indent="0">
              <a:buNone/>
              <a:defRPr sz="1750" b="1"/>
            </a:lvl2pPr>
            <a:lvl3pPr marL="800100" indent="0">
              <a:buNone/>
              <a:defRPr sz="1575" b="1"/>
            </a:lvl3pPr>
            <a:lvl4pPr marL="1200150" indent="0">
              <a:buNone/>
              <a:defRPr sz="1400" b="1"/>
            </a:lvl4pPr>
            <a:lvl5pPr marL="1600200" indent="0">
              <a:buNone/>
              <a:defRPr sz="1400" b="1"/>
            </a:lvl5pPr>
            <a:lvl6pPr marL="2000250" indent="0">
              <a:buNone/>
              <a:defRPr sz="1400" b="1"/>
            </a:lvl6pPr>
            <a:lvl7pPr marL="2400300" indent="0">
              <a:buNone/>
              <a:defRPr sz="1400" b="1"/>
            </a:lvl7pPr>
            <a:lvl8pPr marL="2800350" indent="0">
              <a:buNone/>
              <a:defRPr sz="1400" b="1"/>
            </a:lvl8pPr>
            <a:lvl9pPr marL="3200400" indent="0">
              <a:buNone/>
              <a:defRPr sz="1400" b="1"/>
            </a:lvl9pPr>
          </a:lstStyle>
          <a:p>
            <a:pPr lvl="0"/>
            <a:r>
              <a:rPr lang="en-US"/>
              <a:t>Click to edit Master text styles</a:t>
            </a:r>
          </a:p>
        </p:txBody>
      </p:sp>
      <p:sp>
        <p:nvSpPr>
          <p:cNvPr id="6" name="Content Placeholder 5"/>
          <p:cNvSpPr>
            <a:spLocks noGrp="1"/>
          </p:cNvSpPr>
          <p:nvPr>
            <p:ph sz="quarter" idx="4"/>
          </p:nvPr>
        </p:nvSpPr>
        <p:spPr>
          <a:xfrm>
            <a:off x="19509384" y="10439401"/>
            <a:ext cx="16975732" cy="18965863"/>
          </a:xfrm>
        </p:spPr>
        <p:txBody>
          <a:bodyPr/>
          <a:lstStyle>
            <a:lvl1pPr>
              <a:defRPr sz="2100"/>
            </a:lvl1pPr>
            <a:lvl2pPr>
              <a:defRPr sz="1750"/>
            </a:lvl2pPr>
            <a:lvl3pPr>
              <a:defRPr sz="1575"/>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008A453-5BDB-4A82-A97B-AE3AC9DF93EA}" type="slidenum">
              <a:rPr lang="en-US"/>
              <a:pPr>
                <a:defRPr/>
              </a:pPr>
              <a:t>‹#›</a:t>
            </a:fld>
            <a:endParaRPr lang="en-US"/>
          </a:p>
        </p:txBody>
      </p:sp>
    </p:spTree>
    <p:extLst>
      <p:ext uri="{BB962C8B-B14F-4D97-AF65-F5344CB8AC3E}">
        <p14:creationId xmlns:p14="http://schemas.microsoft.com/office/powerpoint/2010/main" val="2159322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AE6625C-FC05-44C9-AD1B-5BE1C448AF41}" type="slidenum">
              <a:rPr lang="en-US"/>
              <a:pPr>
                <a:defRPr/>
              </a:pPr>
              <a:t>‹#›</a:t>
            </a:fld>
            <a:endParaRPr lang="en-US"/>
          </a:p>
        </p:txBody>
      </p:sp>
    </p:spTree>
    <p:extLst>
      <p:ext uri="{BB962C8B-B14F-4D97-AF65-F5344CB8AC3E}">
        <p14:creationId xmlns:p14="http://schemas.microsoft.com/office/powerpoint/2010/main" val="79369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D0A2B76-BBD0-4131-9F1A-F9B85BA33A5C}" type="slidenum">
              <a:rPr lang="en-US"/>
              <a:pPr>
                <a:defRPr/>
              </a:pPr>
              <a:t>‹#›</a:t>
            </a:fld>
            <a:endParaRPr lang="en-US"/>
          </a:p>
        </p:txBody>
      </p:sp>
    </p:spTree>
    <p:extLst>
      <p:ext uri="{BB962C8B-B14F-4D97-AF65-F5344CB8AC3E}">
        <p14:creationId xmlns:p14="http://schemas.microsoft.com/office/powerpoint/2010/main" val="269188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19684" y="1311275"/>
            <a:ext cx="12634913" cy="5576888"/>
          </a:xfrm>
        </p:spPr>
        <p:txBody>
          <a:bodyPr anchor="b"/>
          <a:lstStyle>
            <a:lvl1pPr algn="l">
              <a:defRPr sz="1750" b="1"/>
            </a:lvl1pPr>
          </a:lstStyle>
          <a:p>
            <a:r>
              <a:rPr lang="en-US"/>
              <a:t>Click to edit Master title style</a:t>
            </a:r>
          </a:p>
        </p:txBody>
      </p:sp>
      <p:sp>
        <p:nvSpPr>
          <p:cNvPr id="3" name="Content Placeholder 2"/>
          <p:cNvSpPr>
            <a:spLocks noGrp="1"/>
          </p:cNvSpPr>
          <p:nvPr>
            <p:ph idx="1"/>
          </p:nvPr>
        </p:nvSpPr>
        <p:spPr>
          <a:xfrm>
            <a:off x="15015766" y="1311275"/>
            <a:ext cx="21469350" cy="28093988"/>
          </a:xfrm>
        </p:spPr>
        <p:txBody>
          <a:bodyPr/>
          <a:lstStyle>
            <a:lvl1pPr>
              <a:defRPr sz="2800"/>
            </a:lvl1pPr>
            <a:lvl2pPr>
              <a:defRPr sz="2450"/>
            </a:lvl2pPr>
            <a:lvl3pPr>
              <a:defRPr sz="2100"/>
            </a:lvl3pPr>
            <a:lvl4pPr>
              <a:defRPr sz="1750"/>
            </a:lvl4pPr>
            <a:lvl5pPr>
              <a:defRPr sz="1750"/>
            </a:lvl5pPr>
            <a:lvl6pPr>
              <a:defRPr sz="1750"/>
            </a:lvl6pPr>
            <a:lvl7pPr>
              <a:defRPr sz="1750"/>
            </a:lvl7pPr>
            <a:lvl8pPr>
              <a:defRPr sz="1750"/>
            </a:lvl8pPr>
            <a:lvl9pPr>
              <a:defRPr sz="1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19684" y="6888163"/>
            <a:ext cx="12634913" cy="22517100"/>
          </a:xfrm>
        </p:spPr>
        <p:txBody>
          <a:bodyPr/>
          <a:lstStyle>
            <a:lvl1pPr marL="0" indent="0">
              <a:buNone/>
              <a:defRPr sz="1225"/>
            </a:lvl1pPr>
            <a:lvl2pPr marL="400050" indent="0">
              <a:buNone/>
              <a:defRPr sz="1050"/>
            </a:lvl2pPr>
            <a:lvl3pPr marL="800100" indent="0">
              <a:buNone/>
              <a:defRPr sz="875"/>
            </a:lvl3pPr>
            <a:lvl4pPr marL="1200150" indent="0">
              <a:buNone/>
              <a:defRPr sz="788"/>
            </a:lvl4pPr>
            <a:lvl5pPr marL="1600200" indent="0">
              <a:buNone/>
              <a:defRPr sz="788"/>
            </a:lvl5pPr>
            <a:lvl6pPr marL="2000250" indent="0">
              <a:buNone/>
              <a:defRPr sz="788"/>
            </a:lvl6pPr>
            <a:lvl7pPr marL="2400300" indent="0">
              <a:buNone/>
              <a:defRPr sz="788"/>
            </a:lvl7pPr>
            <a:lvl8pPr marL="2800350" indent="0">
              <a:buNone/>
              <a:defRPr sz="788"/>
            </a:lvl8pPr>
            <a:lvl9pPr marL="3200400" indent="0">
              <a:buNone/>
              <a:defRPr sz="788"/>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080D8EB-A991-429A-9F15-1E5050711380}" type="slidenum">
              <a:rPr lang="en-US"/>
              <a:pPr>
                <a:defRPr/>
              </a:pPr>
              <a:t>‹#›</a:t>
            </a:fld>
            <a:endParaRPr lang="en-US"/>
          </a:p>
        </p:txBody>
      </p:sp>
    </p:spTree>
    <p:extLst>
      <p:ext uri="{BB962C8B-B14F-4D97-AF65-F5344CB8AC3E}">
        <p14:creationId xmlns:p14="http://schemas.microsoft.com/office/powerpoint/2010/main" val="3625271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27331" y="23042564"/>
            <a:ext cx="23043157" cy="2720975"/>
          </a:xfrm>
        </p:spPr>
        <p:txBody>
          <a:bodyPr anchor="b"/>
          <a:lstStyle>
            <a:lvl1pPr algn="l">
              <a:defRPr sz="1750" b="1"/>
            </a:lvl1pPr>
          </a:lstStyle>
          <a:p>
            <a:r>
              <a:rPr lang="en-US"/>
              <a:t>Click to edit Master title style</a:t>
            </a:r>
          </a:p>
        </p:txBody>
      </p:sp>
      <p:sp>
        <p:nvSpPr>
          <p:cNvPr id="3" name="Picture Placeholder 2"/>
          <p:cNvSpPr>
            <a:spLocks noGrp="1"/>
          </p:cNvSpPr>
          <p:nvPr>
            <p:ph type="pic" idx="1"/>
          </p:nvPr>
        </p:nvSpPr>
        <p:spPr>
          <a:xfrm>
            <a:off x="7527331" y="2941639"/>
            <a:ext cx="23043157" cy="19750087"/>
          </a:xfrm>
        </p:spPr>
        <p:txBody>
          <a:bodyPr/>
          <a:lstStyle>
            <a:lvl1pPr marL="0" indent="0">
              <a:buNone/>
              <a:defRPr sz="2800"/>
            </a:lvl1pPr>
            <a:lvl2pPr marL="400050" indent="0">
              <a:buNone/>
              <a:defRPr sz="2450"/>
            </a:lvl2pPr>
            <a:lvl3pPr marL="800100" indent="0">
              <a:buNone/>
              <a:defRPr sz="2100"/>
            </a:lvl3pPr>
            <a:lvl4pPr marL="1200150" indent="0">
              <a:buNone/>
              <a:defRPr sz="1750"/>
            </a:lvl4pPr>
            <a:lvl5pPr marL="1600200" indent="0">
              <a:buNone/>
              <a:defRPr sz="1750"/>
            </a:lvl5pPr>
            <a:lvl6pPr marL="2000250" indent="0">
              <a:buNone/>
              <a:defRPr sz="1750"/>
            </a:lvl6pPr>
            <a:lvl7pPr marL="2400300" indent="0">
              <a:buNone/>
              <a:defRPr sz="1750"/>
            </a:lvl7pPr>
            <a:lvl8pPr marL="2800350" indent="0">
              <a:buNone/>
              <a:defRPr sz="1750"/>
            </a:lvl8pPr>
            <a:lvl9pPr marL="3200400" indent="0">
              <a:buNone/>
              <a:defRPr sz="1750"/>
            </a:lvl9pPr>
          </a:lstStyle>
          <a:p>
            <a:pPr lvl="0"/>
            <a:endParaRPr lang="en-US" noProof="0"/>
          </a:p>
        </p:txBody>
      </p:sp>
      <p:sp>
        <p:nvSpPr>
          <p:cNvPr id="4" name="Text Placeholder 3"/>
          <p:cNvSpPr>
            <a:spLocks noGrp="1"/>
          </p:cNvSpPr>
          <p:nvPr>
            <p:ph type="body" sz="half" idx="2"/>
          </p:nvPr>
        </p:nvSpPr>
        <p:spPr>
          <a:xfrm>
            <a:off x="7527331" y="25763539"/>
            <a:ext cx="23043157" cy="3862387"/>
          </a:xfrm>
        </p:spPr>
        <p:txBody>
          <a:bodyPr/>
          <a:lstStyle>
            <a:lvl1pPr marL="0" indent="0">
              <a:buNone/>
              <a:defRPr sz="1225"/>
            </a:lvl1pPr>
            <a:lvl2pPr marL="400050" indent="0">
              <a:buNone/>
              <a:defRPr sz="1050"/>
            </a:lvl2pPr>
            <a:lvl3pPr marL="800100" indent="0">
              <a:buNone/>
              <a:defRPr sz="875"/>
            </a:lvl3pPr>
            <a:lvl4pPr marL="1200150" indent="0">
              <a:buNone/>
              <a:defRPr sz="788"/>
            </a:lvl4pPr>
            <a:lvl5pPr marL="1600200" indent="0">
              <a:buNone/>
              <a:defRPr sz="788"/>
            </a:lvl5pPr>
            <a:lvl6pPr marL="2000250" indent="0">
              <a:buNone/>
              <a:defRPr sz="788"/>
            </a:lvl6pPr>
            <a:lvl7pPr marL="2400300" indent="0">
              <a:buNone/>
              <a:defRPr sz="788"/>
            </a:lvl7pPr>
            <a:lvl8pPr marL="2800350" indent="0">
              <a:buNone/>
              <a:defRPr sz="788"/>
            </a:lvl8pPr>
            <a:lvl9pPr marL="3200400" indent="0">
              <a:buNone/>
              <a:defRPr sz="788"/>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66D1F85-FC8E-4B63-A86C-FC56C2C366AD}" type="slidenum">
              <a:rPr lang="en-US"/>
              <a:pPr>
                <a:defRPr/>
              </a:pPr>
              <a:t>‹#›</a:t>
            </a:fld>
            <a:endParaRPr lang="en-US"/>
          </a:p>
        </p:txBody>
      </p:sp>
    </p:spTree>
    <p:extLst>
      <p:ext uri="{BB962C8B-B14F-4D97-AF65-F5344CB8AC3E}">
        <p14:creationId xmlns:p14="http://schemas.microsoft.com/office/powerpoint/2010/main" val="3024119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7F46AF8-960E-4160-8BB5-686F276EDF71}" type="slidenum">
              <a:rPr lang="en-US"/>
              <a:pPr>
                <a:defRPr/>
              </a:pPr>
              <a:t>‹#›</a:t>
            </a:fld>
            <a:endParaRPr lang="en-US"/>
          </a:p>
        </p:txBody>
      </p:sp>
    </p:spTree>
    <p:extLst>
      <p:ext uri="{BB962C8B-B14F-4D97-AF65-F5344CB8AC3E}">
        <p14:creationId xmlns:p14="http://schemas.microsoft.com/office/powerpoint/2010/main" val="3393104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364532" y="2924176"/>
            <a:ext cx="8160743" cy="263366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879527" y="2924176"/>
            <a:ext cx="24351654" cy="263366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2589B9D-719E-42D8-8020-085B69862EA7}" type="slidenum">
              <a:rPr lang="en-US"/>
              <a:pPr>
                <a:defRPr/>
              </a:pPr>
              <a:t>‹#›</a:t>
            </a:fld>
            <a:endParaRPr lang="en-US"/>
          </a:p>
        </p:txBody>
      </p:sp>
    </p:spTree>
    <p:extLst>
      <p:ext uri="{BB962C8B-B14F-4D97-AF65-F5344CB8AC3E}">
        <p14:creationId xmlns:p14="http://schemas.microsoft.com/office/powerpoint/2010/main" val="42882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2879527" y="2924175"/>
            <a:ext cx="32645747"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8884" tIns="219442" rIns="438884" bIns="219442"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2879527" y="9510714"/>
            <a:ext cx="32645747" cy="1975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8884" tIns="219442" rIns="438884" bIns="21944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879527" y="29994225"/>
            <a:ext cx="8001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l">
              <a:lnSpc>
                <a:spcPct val="100000"/>
              </a:lnSpc>
              <a:spcBef>
                <a:spcPct val="0"/>
              </a:spcBef>
              <a:defRPr sz="5863" b="0"/>
            </a:lvl1pPr>
          </a:lstStyle>
          <a:p>
            <a:pPr>
              <a:defRPr/>
            </a:pPr>
            <a:endParaRPr lang="en-US"/>
          </a:p>
        </p:txBody>
      </p:sp>
      <p:sp>
        <p:nvSpPr>
          <p:cNvPr id="1029" name="Rectangle 5"/>
          <p:cNvSpPr>
            <a:spLocks noGrp="1" noChangeArrowheads="1"/>
          </p:cNvSpPr>
          <p:nvPr>
            <p:ph type="ftr" sz="quarter" idx="3"/>
          </p:nvPr>
        </p:nvSpPr>
        <p:spPr bwMode="auto">
          <a:xfrm>
            <a:off x="13122474" y="29994225"/>
            <a:ext cx="12159853"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nSpc>
                <a:spcPct val="100000"/>
              </a:lnSpc>
              <a:spcBef>
                <a:spcPct val="0"/>
              </a:spcBef>
              <a:defRPr sz="5863" b="0"/>
            </a:lvl1pPr>
          </a:lstStyle>
          <a:p>
            <a:pPr>
              <a:defRPr/>
            </a:pPr>
            <a:endParaRPr lang="en-US"/>
          </a:p>
        </p:txBody>
      </p:sp>
      <p:sp>
        <p:nvSpPr>
          <p:cNvPr id="1030" name="Rectangle 6"/>
          <p:cNvSpPr>
            <a:spLocks noGrp="1" noChangeArrowheads="1"/>
          </p:cNvSpPr>
          <p:nvPr>
            <p:ph type="sldNum" sz="quarter" idx="4"/>
          </p:nvPr>
        </p:nvSpPr>
        <p:spPr bwMode="auto">
          <a:xfrm>
            <a:off x="27524274" y="29994225"/>
            <a:ext cx="8001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r">
              <a:lnSpc>
                <a:spcPct val="100000"/>
              </a:lnSpc>
              <a:spcBef>
                <a:spcPct val="0"/>
              </a:spcBef>
              <a:defRPr sz="5863" b="0"/>
            </a:lvl1pPr>
          </a:lstStyle>
          <a:p>
            <a:pPr>
              <a:defRPr/>
            </a:pPr>
            <a:fld id="{3288BF25-8EA1-41D0-B1F3-35292603751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839369" rtl="0" eaLnBrk="0" fontAlgn="base" hangingPunct="0">
        <a:spcBef>
          <a:spcPct val="0"/>
        </a:spcBef>
        <a:spcAft>
          <a:spcPct val="0"/>
        </a:spcAft>
        <a:defRPr sz="18375">
          <a:solidFill>
            <a:schemeClr val="tx2"/>
          </a:solidFill>
          <a:latin typeface="+mj-lt"/>
          <a:ea typeface="+mj-ea"/>
          <a:cs typeface="+mj-cs"/>
        </a:defRPr>
      </a:lvl1pPr>
      <a:lvl2pPr algn="ctr" defTabSz="3839369" rtl="0" eaLnBrk="0" fontAlgn="base" hangingPunct="0">
        <a:spcBef>
          <a:spcPct val="0"/>
        </a:spcBef>
        <a:spcAft>
          <a:spcPct val="0"/>
        </a:spcAft>
        <a:defRPr sz="18375">
          <a:solidFill>
            <a:schemeClr val="tx2"/>
          </a:solidFill>
          <a:latin typeface="Times New Roman" pitchFamily="18" charset="0"/>
        </a:defRPr>
      </a:lvl2pPr>
      <a:lvl3pPr algn="ctr" defTabSz="3839369" rtl="0" eaLnBrk="0" fontAlgn="base" hangingPunct="0">
        <a:spcBef>
          <a:spcPct val="0"/>
        </a:spcBef>
        <a:spcAft>
          <a:spcPct val="0"/>
        </a:spcAft>
        <a:defRPr sz="18375">
          <a:solidFill>
            <a:schemeClr val="tx2"/>
          </a:solidFill>
          <a:latin typeface="Times New Roman" pitchFamily="18" charset="0"/>
        </a:defRPr>
      </a:lvl3pPr>
      <a:lvl4pPr algn="ctr" defTabSz="3839369" rtl="0" eaLnBrk="0" fontAlgn="base" hangingPunct="0">
        <a:spcBef>
          <a:spcPct val="0"/>
        </a:spcBef>
        <a:spcAft>
          <a:spcPct val="0"/>
        </a:spcAft>
        <a:defRPr sz="18375">
          <a:solidFill>
            <a:schemeClr val="tx2"/>
          </a:solidFill>
          <a:latin typeface="Times New Roman" pitchFamily="18" charset="0"/>
        </a:defRPr>
      </a:lvl4pPr>
      <a:lvl5pPr algn="ctr" defTabSz="3839369" rtl="0" eaLnBrk="0" fontAlgn="base" hangingPunct="0">
        <a:spcBef>
          <a:spcPct val="0"/>
        </a:spcBef>
        <a:spcAft>
          <a:spcPct val="0"/>
        </a:spcAft>
        <a:defRPr sz="18375">
          <a:solidFill>
            <a:schemeClr val="tx2"/>
          </a:solidFill>
          <a:latin typeface="Times New Roman" pitchFamily="18" charset="0"/>
        </a:defRPr>
      </a:lvl5pPr>
      <a:lvl6pPr marL="400050" algn="ctr" defTabSz="3839369" rtl="0" eaLnBrk="0" fontAlgn="base" hangingPunct="0">
        <a:spcBef>
          <a:spcPct val="0"/>
        </a:spcBef>
        <a:spcAft>
          <a:spcPct val="0"/>
        </a:spcAft>
        <a:defRPr sz="18375">
          <a:solidFill>
            <a:schemeClr val="tx2"/>
          </a:solidFill>
          <a:latin typeface="Times New Roman" pitchFamily="18" charset="0"/>
        </a:defRPr>
      </a:lvl6pPr>
      <a:lvl7pPr marL="800100" algn="ctr" defTabSz="3839369" rtl="0" eaLnBrk="0" fontAlgn="base" hangingPunct="0">
        <a:spcBef>
          <a:spcPct val="0"/>
        </a:spcBef>
        <a:spcAft>
          <a:spcPct val="0"/>
        </a:spcAft>
        <a:defRPr sz="18375">
          <a:solidFill>
            <a:schemeClr val="tx2"/>
          </a:solidFill>
          <a:latin typeface="Times New Roman" pitchFamily="18" charset="0"/>
        </a:defRPr>
      </a:lvl7pPr>
      <a:lvl8pPr marL="1200150" algn="ctr" defTabSz="3839369" rtl="0" eaLnBrk="0" fontAlgn="base" hangingPunct="0">
        <a:spcBef>
          <a:spcPct val="0"/>
        </a:spcBef>
        <a:spcAft>
          <a:spcPct val="0"/>
        </a:spcAft>
        <a:defRPr sz="18375">
          <a:solidFill>
            <a:schemeClr val="tx2"/>
          </a:solidFill>
          <a:latin typeface="Times New Roman" pitchFamily="18" charset="0"/>
        </a:defRPr>
      </a:lvl8pPr>
      <a:lvl9pPr marL="1600200" algn="ctr" defTabSz="3839369" rtl="0" eaLnBrk="0" fontAlgn="base" hangingPunct="0">
        <a:spcBef>
          <a:spcPct val="0"/>
        </a:spcBef>
        <a:spcAft>
          <a:spcPct val="0"/>
        </a:spcAft>
        <a:defRPr sz="18375">
          <a:solidFill>
            <a:schemeClr val="tx2"/>
          </a:solidFill>
          <a:latin typeface="Times New Roman" pitchFamily="18" charset="0"/>
        </a:defRPr>
      </a:lvl9pPr>
    </p:titleStyle>
    <p:bodyStyle>
      <a:lvl1pPr marL="1441847" indent="-1441847" algn="l" defTabSz="3839369" rtl="0" eaLnBrk="0" fontAlgn="base" hangingPunct="0">
        <a:spcBef>
          <a:spcPct val="20000"/>
        </a:spcBef>
        <a:spcAft>
          <a:spcPct val="0"/>
        </a:spcAft>
        <a:buChar char="•"/>
        <a:defRPr sz="13388">
          <a:solidFill>
            <a:schemeClr val="tx1"/>
          </a:solidFill>
          <a:latin typeface="+mn-lt"/>
          <a:ea typeface="+mn-ea"/>
          <a:cs typeface="+mn-cs"/>
        </a:defRPr>
      </a:lvl1pPr>
      <a:lvl2pPr marL="3119834" indent="-1198761" algn="l" defTabSz="3839369" rtl="0" eaLnBrk="0" fontAlgn="base" hangingPunct="0">
        <a:spcBef>
          <a:spcPct val="20000"/>
        </a:spcBef>
        <a:spcAft>
          <a:spcPct val="0"/>
        </a:spcAft>
        <a:buChar char="–"/>
        <a:defRPr sz="11638">
          <a:solidFill>
            <a:schemeClr val="tx1"/>
          </a:solidFill>
          <a:latin typeface="+mn-lt"/>
        </a:defRPr>
      </a:lvl2pPr>
      <a:lvl3pPr marL="4800600" indent="-961231" algn="l" defTabSz="3839369" rtl="0" eaLnBrk="0" fontAlgn="base" hangingPunct="0">
        <a:spcBef>
          <a:spcPct val="20000"/>
        </a:spcBef>
        <a:spcAft>
          <a:spcPct val="0"/>
        </a:spcAft>
        <a:buChar char="•"/>
        <a:defRPr sz="10150">
          <a:solidFill>
            <a:schemeClr val="tx1"/>
          </a:solidFill>
          <a:latin typeface="+mn-lt"/>
        </a:defRPr>
      </a:lvl3pPr>
      <a:lvl4pPr marL="6718896" indent="-957065" algn="l" defTabSz="3839369" rtl="0" eaLnBrk="0" fontAlgn="base" hangingPunct="0">
        <a:spcBef>
          <a:spcPct val="20000"/>
        </a:spcBef>
        <a:spcAft>
          <a:spcPct val="0"/>
        </a:spcAft>
        <a:buChar char="–"/>
        <a:defRPr sz="8400">
          <a:solidFill>
            <a:schemeClr val="tx1"/>
          </a:solidFill>
          <a:latin typeface="+mn-lt"/>
        </a:defRPr>
      </a:lvl4pPr>
      <a:lvl5pPr marL="8641358" indent="-961231" algn="l" defTabSz="3839369" rtl="0" eaLnBrk="0" fontAlgn="base" hangingPunct="0">
        <a:spcBef>
          <a:spcPct val="20000"/>
        </a:spcBef>
        <a:spcAft>
          <a:spcPct val="0"/>
        </a:spcAft>
        <a:buChar char="»"/>
        <a:defRPr sz="8400">
          <a:solidFill>
            <a:schemeClr val="tx1"/>
          </a:solidFill>
          <a:latin typeface="+mn-lt"/>
        </a:defRPr>
      </a:lvl5pPr>
      <a:lvl6pPr marL="9041408" indent="-961231" algn="l" defTabSz="3839369" rtl="0" eaLnBrk="0" fontAlgn="base" hangingPunct="0">
        <a:spcBef>
          <a:spcPct val="20000"/>
        </a:spcBef>
        <a:spcAft>
          <a:spcPct val="0"/>
        </a:spcAft>
        <a:buChar char="»"/>
        <a:defRPr sz="8400">
          <a:solidFill>
            <a:schemeClr val="tx1"/>
          </a:solidFill>
          <a:latin typeface="+mn-lt"/>
        </a:defRPr>
      </a:lvl6pPr>
      <a:lvl7pPr marL="9441458" indent="-961231" algn="l" defTabSz="3839369" rtl="0" eaLnBrk="0" fontAlgn="base" hangingPunct="0">
        <a:spcBef>
          <a:spcPct val="20000"/>
        </a:spcBef>
        <a:spcAft>
          <a:spcPct val="0"/>
        </a:spcAft>
        <a:buChar char="»"/>
        <a:defRPr sz="8400">
          <a:solidFill>
            <a:schemeClr val="tx1"/>
          </a:solidFill>
          <a:latin typeface="+mn-lt"/>
        </a:defRPr>
      </a:lvl7pPr>
      <a:lvl8pPr marL="9841508" indent="-961231" algn="l" defTabSz="3839369" rtl="0" eaLnBrk="0" fontAlgn="base" hangingPunct="0">
        <a:spcBef>
          <a:spcPct val="20000"/>
        </a:spcBef>
        <a:spcAft>
          <a:spcPct val="0"/>
        </a:spcAft>
        <a:buChar char="»"/>
        <a:defRPr sz="8400">
          <a:solidFill>
            <a:schemeClr val="tx1"/>
          </a:solidFill>
          <a:latin typeface="+mn-lt"/>
        </a:defRPr>
      </a:lvl8pPr>
      <a:lvl9pPr marL="10241558" indent="-961231" algn="l" defTabSz="3839369" rtl="0" eaLnBrk="0" fontAlgn="base" hangingPunct="0">
        <a:spcBef>
          <a:spcPct val="20000"/>
        </a:spcBef>
        <a:spcAft>
          <a:spcPct val="0"/>
        </a:spcAft>
        <a:buChar char="»"/>
        <a:defRPr sz="8400">
          <a:solidFill>
            <a:schemeClr val="tx1"/>
          </a:solidFill>
          <a:latin typeface="+mn-lt"/>
        </a:defRPr>
      </a:lvl9pPr>
    </p:bodyStyle>
    <p:otherStyle>
      <a:defPPr>
        <a:defRPr lang="en-US"/>
      </a:defPPr>
      <a:lvl1pPr marL="0" algn="l" defTabSz="800100" rtl="0" eaLnBrk="1" latinLnBrk="0" hangingPunct="1">
        <a:defRPr sz="1575" kern="1200">
          <a:solidFill>
            <a:schemeClr val="tx1"/>
          </a:solidFill>
          <a:latin typeface="+mn-lt"/>
          <a:ea typeface="+mn-ea"/>
          <a:cs typeface="+mn-cs"/>
        </a:defRPr>
      </a:lvl1pPr>
      <a:lvl2pPr marL="400050" algn="l" defTabSz="800100" rtl="0" eaLnBrk="1" latinLnBrk="0" hangingPunct="1">
        <a:defRPr sz="1575" kern="1200">
          <a:solidFill>
            <a:schemeClr val="tx1"/>
          </a:solidFill>
          <a:latin typeface="+mn-lt"/>
          <a:ea typeface="+mn-ea"/>
          <a:cs typeface="+mn-cs"/>
        </a:defRPr>
      </a:lvl2pPr>
      <a:lvl3pPr marL="800100" algn="l" defTabSz="800100" rtl="0" eaLnBrk="1" latinLnBrk="0" hangingPunct="1">
        <a:defRPr sz="1575" kern="1200">
          <a:solidFill>
            <a:schemeClr val="tx1"/>
          </a:solidFill>
          <a:latin typeface="+mn-lt"/>
          <a:ea typeface="+mn-ea"/>
          <a:cs typeface="+mn-cs"/>
        </a:defRPr>
      </a:lvl3pPr>
      <a:lvl4pPr marL="1200150" algn="l" defTabSz="800100" rtl="0" eaLnBrk="1" latinLnBrk="0" hangingPunct="1">
        <a:defRPr sz="1575" kern="1200">
          <a:solidFill>
            <a:schemeClr val="tx1"/>
          </a:solidFill>
          <a:latin typeface="+mn-lt"/>
          <a:ea typeface="+mn-ea"/>
          <a:cs typeface="+mn-cs"/>
        </a:defRPr>
      </a:lvl4pPr>
      <a:lvl5pPr marL="1600200" algn="l" defTabSz="800100" rtl="0" eaLnBrk="1" latinLnBrk="0" hangingPunct="1">
        <a:defRPr sz="1575" kern="1200">
          <a:solidFill>
            <a:schemeClr val="tx1"/>
          </a:solidFill>
          <a:latin typeface="+mn-lt"/>
          <a:ea typeface="+mn-ea"/>
          <a:cs typeface="+mn-cs"/>
        </a:defRPr>
      </a:lvl5pPr>
      <a:lvl6pPr marL="2000250" algn="l" defTabSz="800100" rtl="0" eaLnBrk="1" latinLnBrk="0" hangingPunct="1">
        <a:defRPr sz="1575" kern="1200">
          <a:solidFill>
            <a:schemeClr val="tx1"/>
          </a:solidFill>
          <a:latin typeface="+mn-lt"/>
          <a:ea typeface="+mn-ea"/>
          <a:cs typeface="+mn-cs"/>
        </a:defRPr>
      </a:lvl6pPr>
      <a:lvl7pPr marL="2400300" algn="l" defTabSz="800100" rtl="0" eaLnBrk="1" latinLnBrk="0" hangingPunct="1">
        <a:defRPr sz="1575" kern="1200">
          <a:solidFill>
            <a:schemeClr val="tx1"/>
          </a:solidFill>
          <a:latin typeface="+mn-lt"/>
          <a:ea typeface="+mn-ea"/>
          <a:cs typeface="+mn-cs"/>
        </a:defRPr>
      </a:lvl7pPr>
      <a:lvl8pPr marL="2800350" algn="l" defTabSz="800100" rtl="0" eaLnBrk="1" latinLnBrk="0" hangingPunct="1">
        <a:defRPr sz="1575" kern="1200">
          <a:solidFill>
            <a:schemeClr val="tx1"/>
          </a:solidFill>
          <a:latin typeface="+mn-lt"/>
          <a:ea typeface="+mn-ea"/>
          <a:cs typeface="+mn-cs"/>
        </a:defRPr>
      </a:lvl8pPr>
      <a:lvl9pPr marL="3200400" algn="l" defTabSz="800100" rtl="0" eaLnBrk="1" latinLnBrk="0" hangingPunct="1">
        <a:defRPr sz="15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3_38FCD55D.xml"/><Relationship Id="rId7"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A drone on a table&#10;&#10;Description automatically generated">
            <a:extLst>
              <a:ext uri="{FF2B5EF4-FFF2-40B4-BE49-F238E27FC236}">
                <a16:creationId xmlns:a16="http://schemas.microsoft.com/office/drawing/2014/main" id="{1FE49454-F30E-CAB8-AE9C-DD2AB8721880}"/>
              </a:ext>
            </a:extLst>
          </p:cNvPr>
          <p:cNvPicPr>
            <a:picLocks noChangeAspect="1"/>
          </p:cNvPicPr>
          <p:nvPr/>
        </p:nvPicPr>
        <p:blipFill rotWithShape="1">
          <a:blip r:embed="rId4">
            <a:extLst>
              <a:ext uri="{28A0092B-C50C-407E-A947-70E740481C1C}">
                <a14:useLocalDpi xmlns:a14="http://schemas.microsoft.com/office/drawing/2010/main" val="0"/>
              </a:ext>
            </a:extLst>
          </a:blip>
          <a:srcRect t="16375"/>
          <a:stretch/>
        </p:blipFill>
        <p:spPr>
          <a:xfrm>
            <a:off x="10972800" y="6757876"/>
            <a:ext cx="16301008" cy="10266406"/>
          </a:xfrm>
          <a:prstGeom prst="rect">
            <a:avLst/>
          </a:prstGeom>
        </p:spPr>
      </p:pic>
      <p:sp>
        <p:nvSpPr>
          <p:cNvPr id="1027" name="Text Box 3"/>
          <p:cNvSpPr txBox="1">
            <a:spLocks noChangeArrowheads="1"/>
          </p:cNvSpPr>
          <p:nvPr/>
        </p:nvSpPr>
        <p:spPr bwMode="auto">
          <a:xfrm>
            <a:off x="4521384" y="2536367"/>
            <a:ext cx="29965417" cy="315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4800" dirty="0">
                <a:latin typeface=""/>
                <a:cs typeface="Times New Roman"/>
              </a:rPr>
              <a:t>Thomas Brown, Solomon Fleury, Christine-Marie </a:t>
            </a:r>
            <a:r>
              <a:rPr lang="en-US" sz="4800" dirty="0" err="1">
                <a:latin typeface=""/>
                <a:cs typeface="Times New Roman"/>
              </a:rPr>
              <a:t>Lirazan</a:t>
            </a:r>
            <a:endParaRPr lang="en-US" sz="4800" dirty="0">
              <a:latin typeface=""/>
              <a:cs typeface="Times New Roman"/>
            </a:endParaRPr>
          </a:p>
          <a:p>
            <a:pPr>
              <a:lnSpc>
                <a:spcPct val="100000"/>
              </a:lnSpc>
            </a:pPr>
            <a:r>
              <a:rPr lang="en-US" sz="4800" dirty="0">
                <a:latin typeface=""/>
                <a:cs typeface="Times New Roman"/>
              </a:rPr>
              <a:t>Mentors: Dr. </a:t>
            </a:r>
            <a:r>
              <a:rPr lang="en-US" sz="4800" dirty="0" err="1">
                <a:latin typeface=""/>
                <a:cs typeface="Times New Roman"/>
              </a:rPr>
              <a:t>Turaj</a:t>
            </a:r>
            <a:r>
              <a:rPr lang="en-US" sz="4800" dirty="0">
                <a:latin typeface=""/>
                <a:cs typeface="Times New Roman"/>
              </a:rPr>
              <a:t> </a:t>
            </a:r>
            <a:r>
              <a:rPr lang="en-US" sz="4800" dirty="0" err="1">
                <a:latin typeface=""/>
                <a:cs typeface="Times New Roman"/>
              </a:rPr>
              <a:t>Ashuri</a:t>
            </a:r>
            <a:r>
              <a:rPr lang="en-US" sz="4800" dirty="0">
                <a:latin typeface=""/>
                <a:cs typeface="Times New Roman"/>
              </a:rPr>
              <a:t> and Dr. Amir Ali Amiri</a:t>
            </a:r>
          </a:p>
          <a:p>
            <a:pPr>
              <a:lnSpc>
                <a:spcPct val="100000"/>
              </a:lnSpc>
            </a:pPr>
            <a:r>
              <a:rPr lang="en-US" sz="4800" dirty="0">
                <a:latin typeface=""/>
              </a:rPr>
              <a:t>Southern Polytechnic College of Engineering and Engineering Technology</a:t>
            </a:r>
            <a:endParaRPr lang="en-US" sz="4800" dirty="0">
              <a:latin typeface=""/>
              <a:cs typeface="Times New Roman"/>
            </a:endParaRPr>
          </a:p>
        </p:txBody>
      </p:sp>
      <p:sp>
        <p:nvSpPr>
          <p:cNvPr id="1028" name="Text Box 6"/>
          <p:cNvSpPr txBox="1">
            <a:spLocks noChangeArrowheads="1"/>
          </p:cNvSpPr>
          <p:nvPr/>
        </p:nvSpPr>
        <p:spPr bwMode="auto">
          <a:xfrm>
            <a:off x="868680" y="6808869"/>
            <a:ext cx="9592056" cy="994107"/>
          </a:xfrm>
          <a:prstGeom prst="rect">
            <a:avLst/>
          </a:prstGeom>
          <a:solidFill>
            <a:srgbClr val="FFC629"/>
          </a:solidFill>
          <a:ln>
            <a:noFill/>
          </a:ln>
        </p:spPr>
        <p:txBody>
          <a:bodyPr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5163" dirty="0">
                <a:solidFill>
                  <a:srgbClr val="000000"/>
                </a:solidFill>
                <a:latin typeface=""/>
                <a:cs typeface="Times New Roman"/>
              </a:rPr>
              <a:t>Introduction</a:t>
            </a:r>
          </a:p>
        </p:txBody>
      </p:sp>
      <p:sp>
        <p:nvSpPr>
          <p:cNvPr id="1029" name="Text Box 9"/>
          <p:cNvSpPr txBox="1">
            <a:spLocks noChangeArrowheads="1"/>
          </p:cNvSpPr>
          <p:nvPr/>
        </p:nvSpPr>
        <p:spPr bwMode="auto">
          <a:xfrm>
            <a:off x="868680" y="7798462"/>
            <a:ext cx="9592056" cy="7575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7665" tIns="98832" rIns="197665" bIns="98832"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just">
              <a:lnSpc>
                <a:spcPct val="150000"/>
              </a:lnSpc>
            </a:pPr>
            <a:r>
              <a:rPr lang="en-US" sz="3600" b="0" kern="100" dirty="0">
                <a:latin typeface=""/>
                <a:ea typeface="Calibri" panose="020F0502020204030204" pitchFamily="34" charset="0"/>
                <a:cs typeface="Calibri" panose="020F0502020204030204" pitchFamily="34" charset="0"/>
              </a:rPr>
              <a:t>This research aims to create a new type of hybrid quadruped walker-drone featuring 3D-printed soft legs designed for navigating Mars' rugged terrain. The proposed robot’s ability to traverse sandy environments and explore confined spaces, such as caves, offers unprecedented opportunities for scientific discovery and resource exploration on Mars.</a:t>
            </a:r>
          </a:p>
        </p:txBody>
      </p:sp>
      <p:sp>
        <p:nvSpPr>
          <p:cNvPr id="1030" name="Text Box 12"/>
          <p:cNvSpPr txBox="1">
            <a:spLocks noChangeArrowheads="1"/>
          </p:cNvSpPr>
          <p:nvPr/>
        </p:nvSpPr>
        <p:spPr bwMode="auto">
          <a:xfrm>
            <a:off x="868680" y="15873019"/>
            <a:ext cx="9592056" cy="994107"/>
          </a:xfrm>
          <a:prstGeom prst="rect">
            <a:avLst/>
          </a:prstGeom>
          <a:solidFill>
            <a:srgbClr val="FFC629"/>
          </a:solidFill>
          <a:ln>
            <a:noFill/>
          </a:ln>
        </p:spPr>
        <p:txBody>
          <a:bodyPr lIns="197665" tIns="98832" rIns="197665" bIns="98832">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5163" dirty="0">
                <a:latin typeface=""/>
              </a:rPr>
              <a:t>Methodology</a:t>
            </a:r>
            <a:endParaRPr lang="en-US" sz="5163" dirty="0">
              <a:solidFill>
                <a:schemeClr val="bg1"/>
              </a:solidFill>
              <a:latin typeface=""/>
            </a:endParaRPr>
          </a:p>
        </p:txBody>
      </p:sp>
      <p:sp>
        <p:nvSpPr>
          <p:cNvPr id="1031" name="Text Box 15"/>
          <p:cNvSpPr txBox="1">
            <a:spLocks noChangeArrowheads="1"/>
          </p:cNvSpPr>
          <p:nvPr/>
        </p:nvSpPr>
        <p:spPr bwMode="auto">
          <a:xfrm>
            <a:off x="27953208" y="6808869"/>
            <a:ext cx="9592056" cy="994107"/>
          </a:xfrm>
          <a:prstGeom prst="rect">
            <a:avLst/>
          </a:prstGeom>
          <a:solidFill>
            <a:srgbClr val="FFC629"/>
          </a:solidFill>
          <a:ln>
            <a:noFill/>
          </a:ln>
        </p:spPr>
        <p:txBody>
          <a:bodyPr wrap="square" lIns="197665" tIns="98832" rIns="197665" bIns="98832">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5163" dirty="0">
                <a:latin typeface=""/>
              </a:rPr>
              <a:t>Results</a:t>
            </a:r>
          </a:p>
        </p:txBody>
      </p:sp>
      <p:sp>
        <p:nvSpPr>
          <p:cNvPr id="1032" name="Text Box 18"/>
          <p:cNvSpPr txBox="1">
            <a:spLocks noChangeArrowheads="1"/>
          </p:cNvSpPr>
          <p:nvPr/>
        </p:nvSpPr>
        <p:spPr bwMode="auto">
          <a:xfrm>
            <a:off x="27953208" y="15668802"/>
            <a:ext cx="9592056" cy="994107"/>
          </a:xfrm>
          <a:prstGeom prst="rect">
            <a:avLst/>
          </a:prstGeom>
          <a:solidFill>
            <a:srgbClr val="FFC629"/>
          </a:solidFill>
          <a:ln>
            <a:noFill/>
          </a:ln>
        </p:spPr>
        <p:txBody>
          <a:bodyPr lIns="197665" tIns="98832" rIns="197665" bIns="98832">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5163" dirty="0">
                <a:latin typeface=""/>
              </a:rPr>
              <a:t>Conclusions</a:t>
            </a:r>
          </a:p>
        </p:txBody>
      </p:sp>
      <p:sp>
        <p:nvSpPr>
          <p:cNvPr id="1033" name="Rectangle 51"/>
          <p:cNvSpPr>
            <a:spLocks noChangeArrowheads="1"/>
          </p:cNvSpPr>
          <p:nvPr/>
        </p:nvSpPr>
        <p:spPr bwMode="auto">
          <a:xfrm>
            <a:off x="1879048191" y="1883162991"/>
            <a:ext cx="1879047352" cy="123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7665" tIns="98832" rIns="197665" bIns="98832">
            <a:spAutoFit/>
          </a:bodyPr>
          <a:lstStyle/>
          <a:p>
            <a:pPr algn="l" defTabSz="1976636">
              <a:lnSpc>
                <a:spcPct val="100000"/>
              </a:lnSpc>
              <a:spcBef>
                <a:spcPct val="0"/>
              </a:spcBef>
            </a:pPr>
            <a:r>
              <a:rPr lang="en-US" sz="6738" b="0"/>
              <a:t> </a:t>
            </a:r>
            <a:endParaRPr lang="en-US" sz="5163" b="0"/>
          </a:p>
        </p:txBody>
      </p:sp>
      <p:sp>
        <p:nvSpPr>
          <p:cNvPr id="1034" name="Text Box 69"/>
          <p:cNvSpPr txBox="1">
            <a:spLocks noChangeArrowheads="1"/>
          </p:cNvSpPr>
          <p:nvPr/>
        </p:nvSpPr>
        <p:spPr bwMode="auto">
          <a:xfrm>
            <a:off x="12916893" y="8743763"/>
            <a:ext cx="4394994" cy="69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7665" tIns="98832" rIns="197665" bIns="98832">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endParaRPr lang="en-US" sz="4725"/>
          </a:p>
        </p:txBody>
      </p:sp>
      <p:sp>
        <p:nvSpPr>
          <p:cNvPr id="1037" name="Rectangle 90"/>
          <p:cNvSpPr>
            <a:spLocks noChangeArrowheads="1"/>
          </p:cNvSpPr>
          <p:nvPr/>
        </p:nvSpPr>
        <p:spPr bwMode="auto">
          <a:xfrm>
            <a:off x="914400" y="914400"/>
            <a:ext cx="36255516" cy="1169090"/>
          </a:xfrm>
          <a:prstGeom prst="rect">
            <a:avLst/>
          </a:prstGeom>
          <a:solidFill>
            <a:srgbClr val="FFC629"/>
          </a:solidFill>
          <a:ln>
            <a:noFill/>
          </a:ln>
        </p:spPr>
        <p:txBody>
          <a:bodyPr wrap="square" lIns="197665" tIns="98832" rIns="197665" bIns="98832" anchor="t">
            <a:spAutoFit/>
          </a:bodyPr>
          <a:lstStyle/>
          <a:p>
            <a:pPr defTabSz="1976636">
              <a:lnSpc>
                <a:spcPct val="100000"/>
              </a:lnSpc>
              <a:spcBef>
                <a:spcPts val="1575"/>
              </a:spcBef>
            </a:pPr>
            <a:r>
              <a:rPr lang="en-US" sz="6300" dirty="0">
                <a:solidFill>
                  <a:srgbClr val="201F1E"/>
                </a:solidFill>
                <a:latin typeface=""/>
                <a:cs typeface="Times New Roman"/>
              </a:rPr>
              <a:t>Robotic Drone Navigation in Complex Terrain’s For NASA’s Space Exploration</a:t>
            </a:r>
          </a:p>
        </p:txBody>
      </p:sp>
      <p:sp>
        <p:nvSpPr>
          <p:cNvPr id="1038" name="Text Box 727"/>
          <p:cNvSpPr txBox="1">
            <a:spLocks noChangeArrowheads="1"/>
          </p:cNvSpPr>
          <p:nvPr/>
        </p:nvSpPr>
        <p:spPr bwMode="auto">
          <a:xfrm>
            <a:off x="10972800" y="17074462"/>
            <a:ext cx="16227456" cy="1008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50000"/>
              </a:lnSpc>
            </a:pPr>
            <a:r>
              <a:rPr lang="en-US" sz="4000" dirty="0">
                <a:latin typeface=""/>
                <a:cs typeface="Times New Roman"/>
              </a:rPr>
              <a:t>Figure 1 – Fully Assembled Hybrid Drone-Walker.</a:t>
            </a:r>
            <a:endParaRPr lang="en-US" sz="4000" dirty="0">
              <a:latin typeface=""/>
            </a:endParaRPr>
          </a:p>
        </p:txBody>
      </p:sp>
      <p:sp>
        <p:nvSpPr>
          <p:cNvPr id="1218" name="Text Box 9"/>
          <p:cNvSpPr txBox="1">
            <a:spLocks noChangeArrowheads="1"/>
          </p:cNvSpPr>
          <p:nvPr/>
        </p:nvSpPr>
        <p:spPr bwMode="auto">
          <a:xfrm>
            <a:off x="868680" y="16967432"/>
            <a:ext cx="9592056" cy="15054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marL="571500" indent="-571500" algn="just">
              <a:lnSpc>
                <a:spcPct val="150000"/>
              </a:lnSpc>
              <a:spcBef>
                <a:spcPts val="0"/>
              </a:spcBef>
              <a:spcAft>
                <a:spcPts val="0"/>
              </a:spcAft>
              <a:buFont typeface="Arial" panose="020B0604020202020204" pitchFamily="34" charset="0"/>
              <a:buChar char="•"/>
            </a:pPr>
            <a:r>
              <a:rPr lang="en-US" sz="3600" b="0" kern="100" dirty="0">
                <a:latin typeface=""/>
                <a:ea typeface="Calibri" panose="020F0502020204030204" pitchFamily="34" charset="0"/>
                <a:cs typeface="Arial"/>
              </a:rPr>
              <a:t>Existing literature concerning drone technology for space exploration and soft robotics was analyzed to guide the design process and identify main challenges and opportunities.</a:t>
            </a:r>
          </a:p>
          <a:p>
            <a:pPr marL="571500" indent="-571500" algn="just">
              <a:lnSpc>
                <a:spcPct val="150000"/>
              </a:lnSpc>
              <a:spcBef>
                <a:spcPts val="0"/>
              </a:spcBef>
              <a:spcAft>
                <a:spcPts val="0"/>
              </a:spcAft>
              <a:buFont typeface="Arial" panose="020B0604020202020204" pitchFamily="34" charset="0"/>
              <a:buChar char="•"/>
            </a:pPr>
            <a:r>
              <a:rPr lang="en-US" sz="3600" b="0" kern="100" dirty="0">
                <a:latin typeface=""/>
                <a:ea typeface="Calibri" panose="020F0502020204030204" pitchFamily="34" charset="0"/>
                <a:cs typeface="Arial"/>
              </a:rPr>
              <a:t>Designs for the hybrid robot were developed using SolidWorks.</a:t>
            </a:r>
          </a:p>
          <a:p>
            <a:pPr marL="571500" indent="-571500" algn="just">
              <a:lnSpc>
                <a:spcPct val="150000"/>
              </a:lnSpc>
              <a:spcBef>
                <a:spcPts val="0"/>
              </a:spcBef>
              <a:spcAft>
                <a:spcPts val="0"/>
              </a:spcAft>
              <a:buFont typeface="Arial" panose="020B0604020202020204" pitchFamily="34" charset="0"/>
              <a:buChar char="•"/>
            </a:pPr>
            <a:r>
              <a:rPr lang="en-US" sz="3600" b="0" kern="100" dirty="0">
                <a:latin typeface=""/>
                <a:ea typeface="Calibri" panose="020F0502020204030204" pitchFamily="34" charset="0"/>
                <a:cs typeface="Arial"/>
              </a:rPr>
              <a:t>The frame was printed with PLA filament and the soft legs and fins were printed with TPU filament.</a:t>
            </a:r>
          </a:p>
          <a:p>
            <a:pPr marL="571500" indent="-571500" algn="just">
              <a:lnSpc>
                <a:spcPct val="150000"/>
              </a:lnSpc>
              <a:spcBef>
                <a:spcPts val="0"/>
              </a:spcBef>
              <a:spcAft>
                <a:spcPts val="0"/>
              </a:spcAft>
              <a:buFont typeface="Arial" panose="020B0604020202020204" pitchFamily="34" charset="0"/>
              <a:buChar char="•"/>
            </a:pPr>
            <a:r>
              <a:rPr lang="en-US" sz="3600" b="0" kern="100" dirty="0">
                <a:latin typeface=""/>
                <a:ea typeface="Calibri" panose="020F0502020204030204" pitchFamily="34" charset="0"/>
                <a:cs typeface="Arial"/>
              </a:rPr>
              <a:t>The walking and flying mechanisms were programmed utilizing Arduino IDE.</a:t>
            </a:r>
          </a:p>
          <a:p>
            <a:pPr marL="571500" indent="-571500" algn="just">
              <a:lnSpc>
                <a:spcPct val="150000"/>
              </a:lnSpc>
              <a:spcBef>
                <a:spcPts val="0"/>
              </a:spcBef>
              <a:spcAft>
                <a:spcPts val="0"/>
              </a:spcAft>
              <a:buFont typeface="Arial" panose="020B0604020202020204" pitchFamily="34" charset="0"/>
              <a:buChar char="•"/>
            </a:pPr>
            <a:r>
              <a:rPr lang="en-US" sz="3600" b="0" dirty="0">
                <a:latin typeface=""/>
                <a:cs typeface="Times New Roman"/>
              </a:rPr>
              <a:t>Four servos rotate to tighten the four attached strings, inducing lateral movement in each leg, thus forming the walking mechanism. </a:t>
            </a:r>
          </a:p>
          <a:p>
            <a:pPr marL="571500" indent="-571500" algn="just">
              <a:lnSpc>
                <a:spcPct val="150000"/>
              </a:lnSpc>
              <a:spcBef>
                <a:spcPts val="0"/>
              </a:spcBef>
              <a:spcAft>
                <a:spcPts val="0"/>
              </a:spcAft>
              <a:buFont typeface="Arial" panose="020B0604020202020204" pitchFamily="34" charset="0"/>
              <a:buChar char="•"/>
            </a:pPr>
            <a:r>
              <a:rPr lang="en-US" sz="3600" b="0" dirty="0">
                <a:latin typeface=""/>
                <a:cs typeface="Times New Roman"/>
              </a:rPr>
              <a:t>The hybrid robot utilizes four brushless motors for flying.</a:t>
            </a:r>
          </a:p>
        </p:txBody>
      </p:sp>
      <p:sp>
        <p:nvSpPr>
          <p:cNvPr id="1219" name="Text Box 9"/>
          <p:cNvSpPr txBox="1">
            <a:spLocks noChangeArrowheads="1"/>
          </p:cNvSpPr>
          <p:nvPr/>
        </p:nvSpPr>
        <p:spPr bwMode="auto">
          <a:xfrm>
            <a:off x="27953208" y="7798462"/>
            <a:ext cx="9592056" cy="7021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marL="400050" indent="-400050" algn="just">
              <a:lnSpc>
                <a:spcPct val="150000"/>
              </a:lnSpc>
              <a:buFont typeface="Arial"/>
              <a:buChar char="•"/>
            </a:pPr>
            <a:r>
              <a:rPr lang="en-US" sz="3600" b="0" dirty="0">
                <a:latin typeface=""/>
                <a:cs typeface="Times New Roman"/>
              </a:rPr>
              <a:t>The hybrid robot can operate by flying from the quadcopter and walking from the quadruped legs—enabling both aerial and ground exploration.</a:t>
            </a:r>
          </a:p>
          <a:p>
            <a:pPr marL="400050" indent="-400050" algn="just">
              <a:lnSpc>
                <a:spcPct val="150000"/>
              </a:lnSpc>
              <a:buFont typeface="Arial"/>
              <a:buChar char="•"/>
            </a:pPr>
            <a:r>
              <a:rPr lang="en-US" sz="3600" b="0" dirty="0">
                <a:latin typeface=""/>
                <a:cs typeface="Times New Roman"/>
              </a:rPr>
              <a:t>The walking function of the hybrid robot serves as a form of graceful degradation, enabling continued mobility when flying is impractical or restricted. </a:t>
            </a:r>
          </a:p>
        </p:txBody>
      </p:sp>
      <p:sp>
        <p:nvSpPr>
          <p:cNvPr id="1220" name="Text Box 9"/>
          <p:cNvSpPr txBox="1">
            <a:spLocks noChangeArrowheads="1"/>
          </p:cNvSpPr>
          <p:nvPr/>
        </p:nvSpPr>
        <p:spPr bwMode="auto">
          <a:xfrm>
            <a:off x="27953208" y="16662909"/>
            <a:ext cx="9592056" cy="4251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7665" tIns="98832" rIns="197665" bIns="98832"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just">
              <a:lnSpc>
                <a:spcPct val="150000"/>
              </a:lnSpc>
            </a:pPr>
            <a:r>
              <a:rPr lang="en-US" sz="3600" b="0" kern="100" dirty="0">
                <a:latin typeface=""/>
                <a:ea typeface="Calibri" panose="020F0502020204030204" pitchFamily="34" charset="0"/>
                <a:cs typeface="Arial" panose="020B0604020202020204" pitchFamily="34" charset="0"/>
              </a:rPr>
              <a:t>The final design of this research is a hybrid drone-walker robot with infinite degrees of freedom—not possible for contemporary hybrid aerial and ground vehicle designs that utilize wheels. </a:t>
            </a:r>
            <a:endParaRPr lang="en-US" sz="3600" dirty="0">
              <a:latin typeface=""/>
              <a:cs typeface="Times New Roman"/>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4841" y="2541902"/>
            <a:ext cx="3400424" cy="3427412"/>
          </a:xfrm>
          <a:prstGeom prst="rect">
            <a:avLst/>
          </a:prstGeom>
        </p:spPr>
      </p:pic>
      <p:sp>
        <p:nvSpPr>
          <p:cNvPr id="3" name="Text Box 18">
            <a:extLst>
              <a:ext uri="{FF2B5EF4-FFF2-40B4-BE49-F238E27FC236}">
                <a16:creationId xmlns:a16="http://schemas.microsoft.com/office/drawing/2014/main" id="{AA45D03A-4F73-353D-9797-CEE0F6846AF1}"/>
              </a:ext>
            </a:extLst>
          </p:cNvPr>
          <p:cNvSpPr txBox="1">
            <a:spLocks noChangeArrowheads="1"/>
          </p:cNvSpPr>
          <p:nvPr/>
        </p:nvSpPr>
        <p:spPr bwMode="auto">
          <a:xfrm>
            <a:off x="27953208" y="27198245"/>
            <a:ext cx="9592056" cy="994107"/>
          </a:xfrm>
          <a:prstGeom prst="rect">
            <a:avLst/>
          </a:prstGeom>
          <a:solidFill>
            <a:srgbClr val="FFC629"/>
          </a:solidFill>
          <a:ln>
            <a:noFill/>
          </a:ln>
        </p:spPr>
        <p:txBody>
          <a:bodyPr lIns="197665" tIns="98832" rIns="197665" bIns="98832">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5163" dirty="0">
                <a:latin typeface=""/>
              </a:rPr>
              <a:t>Acknowledgments</a:t>
            </a:r>
          </a:p>
        </p:txBody>
      </p:sp>
      <p:sp>
        <p:nvSpPr>
          <p:cNvPr id="6" name="Text Box 9">
            <a:extLst>
              <a:ext uri="{FF2B5EF4-FFF2-40B4-BE49-F238E27FC236}">
                <a16:creationId xmlns:a16="http://schemas.microsoft.com/office/drawing/2014/main" id="{2758E7F6-E693-7B72-BC7D-130E34965B86}"/>
              </a:ext>
            </a:extLst>
          </p:cNvPr>
          <p:cNvSpPr txBox="1">
            <a:spLocks noChangeArrowheads="1"/>
          </p:cNvSpPr>
          <p:nvPr/>
        </p:nvSpPr>
        <p:spPr bwMode="auto">
          <a:xfrm>
            <a:off x="27953208" y="28195822"/>
            <a:ext cx="9592056" cy="4251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7665" tIns="98832" rIns="197665" bIns="98832"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just">
              <a:lnSpc>
                <a:spcPct val="150000"/>
              </a:lnSpc>
            </a:pPr>
            <a:r>
              <a:rPr lang="en-US" sz="3600" b="0" kern="100" dirty="0">
                <a:latin typeface=""/>
                <a:cs typeface="Arial" panose="020B0604020202020204" pitchFamily="34" charset="0"/>
              </a:rPr>
              <a:t>We thank Kennesaw State University's Office of Undergraduate Research and the First Year Scholars Program for providing the opportunity and funding necessary for us to carry out this research.</a:t>
            </a:r>
            <a:endParaRPr lang="en-US" sz="3600" dirty="0">
              <a:latin typeface=""/>
              <a:cs typeface="Times New Roman"/>
            </a:endParaRPr>
          </a:p>
        </p:txBody>
      </p:sp>
      <p:pic>
        <p:nvPicPr>
          <p:cNvPr id="1026" name="Picture 2" descr="Symbols of NASA | NASA">
            <a:extLst>
              <a:ext uri="{FF2B5EF4-FFF2-40B4-BE49-F238E27FC236}">
                <a16:creationId xmlns:a16="http://schemas.microsoft.com/office/drawing/2014/main" id="{A552561E-E469-405F-9329-C356B871972C}"/>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1973" r="24182"/>
          <a:stretch/>
        </p:blipFill>
        <p:spPr bwMode="auto">
          <a:xfrm>
            <a:off x="33859934" y="2649546"/>
            <a:ext cx="3400424" cy="3157611"/>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18">
            <a:extLst>
              <a:ext uri="{FF2B5EF4-FFF2-40B4-BE49-F238E27FC236}">
                <a16:creationId xmlns:a16="http://schemas.microsoft.com/office/drawing/2014/main" id="{FE091C29-67F8-2D92-2A5C-2D2374287392}"/>
              </a:ext>
            </a:extLst>
          </p:cNvPr>
          <p:cNvSpPr txBox="1">
            <a:spLocks noChangeArrowheads="1"/>
          </p:cNvSpPr>
          <p:nvPr/>
        </p:nvSpPr>
        <p:spPr bwMode="auto">
          <a:xfrm>
            <a:off x="27953208" y="21436655"/>
            <a:ext cx="9592056" cy="994107"/>
          </a:xfrm>
          <a:prstGeom prst="rect">
            <a:avLst/>
          </a:prstGeom>
          <a:solidFill>
            <a:srgbClr val="FFC629"/>
          </a:solidFill>
          <a:ln>
            <a:noFill/>
          </a:ln>
        </p:spPr>
        <p:txBody>
          <a:bodyPr lIns="197665" tIns="98832" rIns="197665" bIns="98832">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5163" dirty="0">
                <a:latin typeface=""/>
              </a:rPr>
              <a:t>Future Research</a:t>
            </a:r>
          </a:p>
        </p:txBody>
      </p:sp>
      <p:sp>
        <p:nvSpPr>
          <p:cNvPr id="13" name="Text Box 9">
            <a:extLst>
              <a:ext uri="{FF2B5EF4-FFF2-40B4-BE49-F238E27FC236}">
                <a16:creationId xmlns:a16="http://schemas.microsoft.com/office/drawing/2014/main" id="{EF65B689-2977-E928-9D2A-479A3158786B}"/>
              </a:ext>
            </a:extLst>
          </p:cNvPr>
          <p:cNvSpPr txBox="1">
            <a:spLocks noChangeArrowheads="1"/>
          </p:cNvSpPr>
          <p:nvPr/>
        </p:nvSpPr>
        <p:spPr bwMode="auto">
          <a:xfrm>
            <a:off x="27953208" y="22368876"/>
            <a:ext cx="9592056" cy="4251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just">
              <a:lnSpc>
                <a:spcPct val="150000"/>
              </a:lnSpc>
            </a:pPr>
            <a:r>
              <a:rPr lang="en-US" sz="3600" b="0" kern="100" dirty="0">
                <a:latin typeface=""/>
                <a:ea typeface="Calibri" panose="020F0502020204030204" pitchFamily="34" charset="0"/>
                <a:cs typeface="Arial" panose="020B0604020202020204" pitchFamily="34" charset="0"/>
              </a:rPr>
              <a:t>Areas for further research include improving attachment systems, enhancing leg flexibility and range of motion, and refining control algorithms to maximize efficiency and adaptability in diverse terrains.</a:t>
            </a:r>
            <a:endParaRPr lang="en-US" sz="3600" dirty="0">
              <a:latin typeface=""/>
              <a:cs typeface="Times New Roman"/>
            </a:endParaRPr>
          </a:p>
        </p:txBody>
      </p:sp>
      <p:pic>
        <p:nvPicPr>
          <p:cNvPr id="29" name="Picture 28" descr="A drone with propellers on a table&#10;&#10;Description automatically generated">
            <a:extLst>
              <a:ext uri="{FF2B5EF4-FFF2-40B4-BE49-F238E27FC236}">
                <a16:creationId xmlns:a16="http://schemas.microsoft.com/office/drawing/2014/main" id="{9436A90F-4ED0-B6DD-766F-DC9873A2D67A}"/>
              </a:ext>
            </a:extLst>
          </p:cNvPr>
          <p:cNvPicPr>
            <a:picLocks noChangeAspect="1"/>
          </p:cNvPicPr>
          <p:nvPr/>
        </p:nvPicPr>
        <p:blipFill rotWithShape="1">
          <a:blip r:embed="rId7">
            <a:extLst>
              <a:ext uri="{28A0092B-C50C-407E-A947-70E740481C1C}">
                <a14:useLocalDpi xmlns:a14="http://schemas.microsoft.com/office/drawing/2010/main" val="0"/>
              </a:ext>
            </a:extLst>
          </a:blip>
          <a:srcRect l="8" t="16902" r="-8" b="-535"/>
          <a:stretch/>
        </p:blipFill>
        <p:spPr>
          <a:xfrm>
            <a:off x="10972800" y="19384331"/>
            <a:ext cx="16227455" cy="10221013"/>
          </a:xfrm>
          <a:prstGeom prst="rect">
            <a:avLst/>
          </a:prstGeom>
        </p:spPr>
      </p:pic>
      <p:sp>
        <p:nvSpPr>
          <p:cNvPr id="9" name="Text Box 727">
            <a:extLst>
              <a:ext uri="{FF2B5EF4-FFF2-40B4-BE49-F238E27FC236}">
                <a16:creationId xmlns:a16="http://schemas.microsoft.com/office/drawing/2014/main" id="{37E46FC1-3E2D-B487-ACA1-DAF5EC076140}"/>
              </a:ext>
            </a:extLst>
          </p:cNvPr>
          <p:cNvSpPr txBox="1">
            <a:spLocks noChangeArrowheads="1"/>
          </p:cNvSpPr>
          <p:nvPr/>
        </p:nvSpPr>
        <p:spPr bwMode="auto">
          <a:xfrm>
            <a:off x="10972800" y="29809807"/>
            <a:ext cx="16178399" cy="1008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50000"/>
              </a:lnSpc>
            </a:pPr>
            <a:r>
              <a:rPr lang="en-US" sz="4000" dirty="0">
                <a:latin typeface=""/>
                <a:cs typeface="Times New Roman"/>
              </a:rPr>
              <a:t>Figure 2 – Aerial view of the framework for the flying mechanism.</a:t>
            </a:r>
            <a:endParaRPr lang="en-US" sz="4000" dirty="0">
              <a:latin typeface=""/>
            </a:endParaRPr>
          </a:p>
        </p:txBody>
      </p:sp>
    </p:spTree>
    <p:extLst>
      <p:ext uri="{BB962C8B-B14F-4D97-AF65-F5344CB8AC3E}">
        <p14:creationId xmlns:p14="http://schemas.microsoft.com/office/powerpoint/2010/main" val="956093789"/>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22881</TotalTime>
  <Words>359</Words>
  <Application>Microsoft Macintosh PowerPoint</Application>
  <PresentationFormat>Custom</PresentationFormat>
  <Paragraphs>26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Stephen J. Kinzey, Ph.D.</dc:creator>
  <cp:lastModifiedBy>Tin Lirazan</cp:lastModifiedBy>
  <cp:revision>8</cp:revision>
  <cp:lastPrinted>2024-04-11T00:37:38Z</cp:lastPrinted>
  <dcterms:created xsi:type="dcterms:W3CDTF">1999-06-15T14:29:13Z</dcterms:created>
  <dcterms:modified xsi:type="dcterms:W3CDTF">2026-01-06T00:56:45Z</dcterms:modified>
</cp:coreProperties>
</file>